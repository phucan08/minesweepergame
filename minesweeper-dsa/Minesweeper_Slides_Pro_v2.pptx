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408" y="-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Minesweeper Game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• JavaFX • Undo/Redo • DSA • Ranking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7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>
                <a:solidFill>
                  <a:srgbClr val="FFFFFF"/>
                </a:solidFill>
              </a:defRPr>
            </a:pPr>
            <a:r>
              <a:t>Demonstration of gameplay mechanics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AI Move acting on the board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Undo/Redo illustrating state history control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Mine counter and timer updates in real-time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C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Gameplay Interface (Real Screenshot)</a:t>
            </a:r>
          </a:p>
        </p:txBody>
      </p:sp>
      <p:pic>
        <p:nvPicPr>
          <p:cNvPr id="3" name="Picture 2" descr="fc5a72f1-7233-4061-b1ee-185107c481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9816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C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How to Play Tutorial Window</a:t>
            </a:r>
          </a:p>
        </p:txBody>
      </p:sp>
      <p:pic>
        <p:nvPicPr>
          <p:cNvPr id="3" name="Picture 2" descr="97fd8382-bc40-496d-ab2a-85f78fd692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359" y="1233377"/>
            <a:ext cx="7315200" cy="60818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C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Best Times Record Window</a:t>
            </a:r>
          </a:p>
        </p:txBody>
      </p:sp>
      <p:pic>
        <p:nvPicPr>
          <p:cNvPr id="3" name="Picture 2" descr="2362e9eb-c096-4f21-a316-9b9b8f627f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86716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7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Architecture Diagram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defRPr>
                <a:solidFill>
                  <a:srgbClr val="FFFFFF"/>
                </a:solidFill>
              </a:defRPr>
            </a:pPr>
            <a:r>
              <a:rPr dirty="0"/>
              <a:t>System layered architecture: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dirty="0"/>
              <a:t>UI Layer → Service Layer → Model Layer → Utility Layer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dirty="0"/>
              <a:t>High cohesion, low coupling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dirty="0"/>
              <a:t>Supports extensibility and unit testing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7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UML Diagram (Image)</a:t>
            </a:r>
          </a:p>
        </p:txBody>
      </p:sp>
      <p:pic>
        <p:nvPicPr>
          <p:cNvPr id="6" name="Chỗ dành sẵn cho Nội dung 5">
            <a:extLst>
              <a:ext uri="{FF2B5EF4-FFF2-40B4-BE49-F238E27FC236}">
                <a16:creationId xmlns:a16="http://schemas.microsoft.com/office/drawing/2014/main" id="{5B61769D-78F8-E54B-895B-889D9EE59A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7528" y="1600200"/>
            <a:ext cx="6788944" cy="45259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88</Words>
  <Application>Microsoft Office PowerPoint</Application>
  <PresentationFormat>Trình chiếu Trên màn hình (4:3)</PresentationFormat>
  <Paragraphs>18</Paragraphs>
  <Slides>7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2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Minesweeper Game Project</vt:lpstr>
      <vt:lpstr>Live Demo</vt:lpstr>
      <vt:lpstr>Gameplay Interface (Real Screenshot)</vt:lpstr>
      <vt:lpstr>How to Play Tutorial Window</vt:lpstr>
      <vt:lpstr>Best Times Record Window</vt:lpstr>
      <vt:lpstr>Architecture Diagram </vt:lpstr>
      <vt:lpstr>UML Diagram (Image)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nguyễn An</cp:lastModifiedBy>
  <cp:revision>2</cp:revision>
  <dcterms:created xsi:type="dcterms:W3CDTF">2013-01-27T09:14:16Z</dcterms:created>
  <dcterms:modified xsi:type="dcterms:W3CDTF">2025-11-26T20:50:41Z</dcterms:modified>
  <cp:category/>
</cp:coreProperties>
</file>